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>
        <p:scale>
          <a:sx n="99" d="100"/>
          <a:sy n="99" d="100"/>
        </p:scale>
        <p:origin x="65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41D10-02C9-4029-AEA4-D860FC6988ED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6035A-531D-47BC-90E9-35CA9206DF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3322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6035A-531D-47BC-90E9-35CA9206DF7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507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CA50-B499-E673-2AB7-3CDD5178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CF4F8-7E4E-6621-2A94-A0E475E6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593B-09EF-5199-0FE9-F282D518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4D4D5-01AF-33EE-0DBC-6BEB0476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8E59-0699-6EBC-B935-FF2BE6EA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849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E9B6-7780-6C96-BC58-776753AC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9776-8086-0346-6F68-3D7BFF72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8C115-34BF-7BBE-2E0B-D74F7B93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880D8-2769-84AE-38A0-FFE0AF49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8A0A-9016-CF81-D33F-C42876D4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994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0C46-8BC8-EDB3-4590-FC64236C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895AC-4D15-7356-5789-919F17134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2BA65-F12A-E811-CF26-53319671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D3AD-D40D-F1D3-C825-24B1267B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F5755-43B1-CB3B-B7E0-DD43308A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899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C1D5-8017-4DD6-5475-201FCF53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307E-766E-5A6B-A60F-990B93E37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D3A47-AFC3-33B7-E2DB-125F556D1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D6995-A625-BA69-A758-C89F5ABC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82C75-A66C-AD25-0B54-D993C7A4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A5C08-8783-C984-C7FB-9BA97190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04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785D-DA97-95E9-C6E0-AD2E5342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F4B33-4CE5-18B8-0AC6-F5D7DCF11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09AC5-EB32-7AA9-9C6B-BE3B639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970F4-DAF7-1407-7FFE-58A9615C9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28EA2-888D-3B30-8BEB-A80C19D5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659DB-A0A6-95C7-184D-3795A3A4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D8CF7-9DC2-2CF3-262B-D215A4DF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32765-7A9E-B48F-082E-5B90720F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367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0CD-4DCE-61D9-F61D-1450EAFF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15091-8B39-A463-567D-C90ACC64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45EAD-6A2E-6B5B-9A93-A56D9ECA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0B20C-FAB4-E253-E7AB-874AFCBD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20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AAF95-5782-5FD0-3405-DCBA7D98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588C5-35E1-7A63-702F-E4558FB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D1DFA-72BC-82BD-B4BC-26D9CBAD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901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F05B-BD53-D0C7-F4C8-4BC870C9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92B9-7D90-DEEA-882E-FF7E27211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AE937-8E6A-694D-FA1C-67A2F1CD0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71A21-75A3-BBE3-3EE5-A6F29E01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EB859-862E-3FA6-569E-DD45CAC4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34983-1D33-95EC-0ABE-5EC21B30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740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44A2-F35D-C131-30A3-FF3A1FB9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0AF15-B7B1-7898-2867-1C464F74F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80C7-47A0-F537-2F8E-7CBDC5554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3B8D7-F1C6-5471-159C-131FB85D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5A232-C272-758C-B996-BBE754DB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6CC66-98C0-C8F5-7249-E8522187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768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C5F0-F87C-CE7E-1685-13A4204B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A0195-0429-F973-6512-1A4341707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FAA65-EF84-AADD-3653-0CD8D42A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7153B-98C6-D1BF-2172-1F1DB84A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E5C75-6EF7-D08A-EE93-EE454841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678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753C7-2443-3247-FF63-30D70B270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3A0E5-D262-BF5C-BBBB-D7AEF866F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B8CAC-FB35-ED3F-EF80-E1ED4919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04E08-ADF6-942D-5D7A-54B837E0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83560-F1AA-969F-CCA4-F9227B9E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53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C651A-EB54-A33E-A4B0-C039C442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FFC9E-8EA0-EAFA-87D9-8B16AB640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2F460-E07C-7511-59E3-5AC11C2F2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92D92-C5BB-412B-BACD-7CD1B599B354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EBBB2-52E3-3968-A140-6676C92BB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2E2E-9C7F-A529-A72E-473EFC258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190E5-C3A4-497B-92E6-2EFF8A1ABD1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988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3DB62-B3B5-2053-65D6-5856B8FAE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1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C2CAC-0CA1-EC40-C62F-686C125F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4CF9-D658-A0F4-8244-93C89687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Coatesville.id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3B88-DAA4-FB60-7FCC-8EBF08095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Home</a:t>
            </a:r>
          </a:p>
          <a:p>
            <a:pPr lvl="1"/>
            <a:r>
              <a:rPr lang="en-US" dirty="0"/>
              <a:t>Visi Misi</a:t>
            </a:r>
          </a:p>
          <a:p>
            <a:pPr lvl="1"/>
            <a:r>
              <a:rPr lang="en-US" dirty="0"/>
              <a:t>Kata </a:t>
            </a:r>
            <a:r>
              <a:rPr lang="en-US" dirty="0" err="1"/>
              <a:t>Sambutan</a:t>
            </a:r>
            <a:r>
              <a:rPr lang="en-US" dirty="0"/>
              <a:t> </a:t>
            </a:r>
            <a:r>
              <a:rPr lang="en-US" dirty="0" err="1"/>
              <a:t>Ketua</a:t>
            </a:r>
            <a:r>
              <a:rPr lang="en-US" dirty="0"/>
              <a:t> RW/RT</a:t>
            </a:r>
          </a:p>
          <a:p>
            <a:r>
              <a:rPr lang="en-US" dirty="0" err="1"/>
              <a:t>Tentang</a:t>
            </a:r>
            <a:r>
              <a:rPr lang="en-US" dirty="0"/>
              <a:t> Kami</a:t>
            </a:r>
          </a:p>
          <a:p>
            <a:pPr lvl="1"/>
            <a:r>
              <a:rPr lang="en-US" dirty="0"/>
              <a:t>Organisasi</a:t>
            </a:r>
          </a:p>
          <a:p>
            <a:r>
              <a:rPr lang="en-US" dirty="0"/>
              <a:t>Program/</a:t>
            </a:r>
            <a:r>
              <a:rPr lang="en-US" dirty="0" err="1"/>
              <a:t>Pelayanan</a:t>
            </a:r>
            <a:endParaRPr lang="en-US" dirty="0"/>
          </a:p>
          <a:p>
            <a:pPr lvl="1"/>
            <a:r>
              <a:rPr lang="en-US" dirty="0" err="1"/>
              <a:t>Posyandu</a:t>
            </a:r>
            <a:endParaRPr lang="en-US" dirty="0"/>
          </a:p>
          <a:p>
            <a:pPr lvl="1"/>
            <a:r>
              <a:rPr lang="en-US" dirty="0" err="1"/>
              <a:t>Olahraga</a:t>
            </a:r>
            <a:endParaRPr lang="en-US" dirty="0"/>
          </a:p>
          <a:p>
            <a:pPr lvl="1"/>
            <a:r>
              <a:rPr lang="en-US" dirty="0"/>
              <a:t>????</a:t>
            </a:r>
          </a:p>
          <a:p>
            <a:r>
              <a:rPr lang="en-US" dirty="0"/>
              <a:t>Artikel</a:t>
            </a:r>
          </a:p>
          <a:p>
            <a:r>
              <a:rPr lang="en-US" dirty="0"/>
              <a:t>Kontak Kami</a:t>
            </a:r>
          </a:p>
          <a:p>
            <a:pPr lvl="1"/>
            <a:r>
              <a:rPr lang="en-US" dirty="0"/>
              <a:t>Alamat</a:t>
            </a:r>
          </a:p>
          <a:p>
            <a:pPr lvl="1"/>
            <a:r>
              <a:rPr lang="en-US" dirty="0"/>
              <a:t>No Contact</a:t>
            </a:r>
          </a:p>
          <a:p>
            <a:r>
              <a:rPr lang="en-US" dirty="0"/>
              <a:t>Gallery</a:t>
            </a:r>
          </a:p>
          <a:p>
            <a:pPr lvl="1"/>
            <a:r>
              <a:rPr lang="en-ID" dirty="0"/>
              <a:t>Gambar </a:t>
            </a:r>
            <a:r>
              <a:rPr lang="en-ID" dirty="0" err="1"/>
              <a:t>Kegiatan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106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A8BD-54C1-5966-61A5-F0A2DDFE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Coatesville.id/</a:t>
            </a:r>
            <a:r>
              <a:rPr lang="en-US" dirty="0" err="1"/>
              <a:t>PosyanduSehatCeria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C7B2-DFBD-5344-AD8E-3DA775952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err="1"/>
              <a:t>Tentang</a:t>
            </a:r>
            <a:r>
              <a:rPr lang="en-US" dirty="0"/>
              <a:t> Kami</a:t>
            </a:r>
          </a:p>
          <a:p>
            <a:pPr lvl="1"/>
            <a:r>
              <a:rPr lang="en-US" dirty="0"/>
              <a:t>Kata </a:t>
            </a:r>
            <a:r>
              <a:rPr lang="en-US" dirty="0" err="1"/>
              <a:t>Sambutan</a:t>
            </a:r>
            <a:r>
              <a:rPr lang="en-US" dirty="0"/>
              <a:t> </a:t>
            </a:r>
            <a:r>
              <a:rPr lang="en-US" dirty="0" err="1"/>
              <a:t>Ketua</a:t>
            </a:r>
            <a:r>
              <a:rPr lang="en-US" dirty="0"/>
              <a:t> </a:t>
            </a:r>
            <a:r>
              <a:rPr lang="en-US" dirty="0" err="1"/>
              <a:t>Posyandu</a:t>
            </a:r>
            <a:endParaRPr lang="en-US" dirty="0"/>
          </a:p>
          <a:p>
            <a:pPr lvl="1"/>
            <a:r>
              <a:rPr lang="en-US" dirty="0"/>
              <a:t>Visi Misi &amp; Strategy (VMS)</a:t>
            </a:r>
          </a:p>
          <a:p>
            <a:pPr lvl="1"/>
            <a:r>
              <a:rPr lang="en-US" dirty="0"/>
              <a:t>Latar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Pendirian</a:t>
            </a:r>
            <a:r>
              <a:rPr lang="en-US" dirty="0"/>
              <a:t> </a:t>
            </a:r>
            <a:r>
              <a:rPr lang="en-US" dirty="0" err="1"/>
              <a:t>Posyandu</a:t>
            </a:r>
            <a:endParaRPr lang="en-US" dirty="0"/>
          </a:p>
          <a:p>
            <a:r>
              <a:rPr lang="en-US" dirty="0"/>
              <a:t>Integrasi </a:t>
            </a:r>
            <a:r>
              <a:rPr lang="en-US" dirty="0" err="1"/>
              <a:t>Layanan</a:t>
            </a:r>
            <a:r>
              <a:rPr lang="en-US" dirty="0"/>
              <a:t> Primer</a:t>
            </a:r>
          </a:p>
          <a:p>
            <a:pPr lvl="1"/>
            <a:r>
              <a:rPr lang="en-US" dirty="0"/>
              <a:t>Fokus Layanan</a:t>
            </a:r>
          </a:p>
          <a:p>
            <a:pPr lvl="2"/>
            <a:r>
              <a:rPr lang="en-US" dirty="0"/>
              <a:t>Ibu </a:t>
            </a:r>
            <a:r>
              <a:rPr lang="en-US" dirty="0" err="1"/>
              <a:t>hamil</a:t>
            </a:r>
            <a:endParaRPr lang="en-US" dirty="0"/>
          </a:p>
          <a:p>
            <a:pPr lvl="2"/>
            <a:r>
              <a:rPr lang="en-US" b="1" dirty="0"/>
              <a:t>Bayi &amp; </a:t>
            </a:r>
            <a:r>
              <a:rPr lang="en-US" b="1" dirty="0" err="1"/>
              <a:t>balita</a:t>
            </a:r>
            <a:r>
              <a:rPr lang="en-US" b="1" dirty="0"/>
              <a:t> </a:t>
            </a:r>
          </a:p>
          <a:p>
            <a:pPr lvl="2"/>
            <a:r>
              <a:rPr lang="en-US" dirty="0"/>
              <a:t>Anak &amp; </a:t>
            </a:r>
            <a:r>
              <a:rPr lang="en-US" dirty="0" err="1"/>
              <a:t>Remaja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Produktif</a:t>
            </a:r>
            <a:r>
              <a:rPr lang="en-US" dirty="0"/>
              <a:t> dan </a:t>
            </a:r>
            <a:r>
              <a:rPr lang="en-US" dirty="0" err="1"/>
              <a:t>dewasa</a:t>
            </a:r>
            <a:endParaRPr lang="en-US" dirty="0"/>
          </a:p>
          <a:p>
            <a:pPr lvl="2"/>
            <a:r>
              <a:rPr lang="en-US" b="1" dirty="0" err="1"/>
              <a:t>Lansia</a:t>
            </a:r>
            <a:endParaRPr lang="en-US" b="1" dirty="0"/>
          </a:p>
          <a:p>
            <a:pPr lvl="1"/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Posyandu</a:t>
            </a:r>
            <a:endParaRPr lang="en-US" dirty="0"/>
          </a:p>
          <a:p>
            <a:pPr lvl="2"/>
            <a:r>
              <a:rPr lang="en-US" dirty="0" err="1"/>
              <a:t>Pemeriksaan</a:t>
            </a:r>
            <a:r>
              <a:rPr lang="en-US" dirty="0"/>
              <a:t> Dasar</a:t>
            </a:r>
          </a:p>
          <a:p>
            <a:pPr lvl="2"/>
            <a:r>
              <a:rPr lang="en-US" dirty="0" err="1"/>
              <a:t>Kunjungan</a:t>
            </a:r>
            <a:r>
              <a:rPr lang="en-US" dirty="0"/>
              <a:t> </a:t>
            </a:r>
            <a:r>
              <a:rPr lang="en-US" dirty="0" err="1"/>
              <a:t>rumah</a:t>
            </a:r>
            <a:endParaRPr lang="en-US" dirty="0"/>
          </a:p>
          <a:p>
            <a:pPr lvl="2"/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(PMT)</a:t>
            </a:r>
          </a:p>
          <a:p>
            <a:pPr lvl="2"/>
            <a:r>
              <a:rPr lang="en-US" dirty="0" err="1"/>
              <a:t>Konsultasi</a:t>
            </a:r>
            <a:r>
              <a:rPr lang="en-US" dirty="0"/>
              <a:t> dan </a:t>
            </a:r>
            <a:r>
              <a:rPr lang="en-US" dirty="0" err="1"/>
              <a:t>edukasi</a:t>
            </a:r>
            <a:r>
              <a:rPr lang="en-US" dirty="0"/>
              <a:t> Kesehatan</a:t>
            </a:r>
          </a:p>
          <a:p>
            <a:pPr lvl="2"/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Kesehatan (</a:t>
            </a:r>
            <a:r>
              <a:rPr lang="en-US" dirty="0" err="1"/>
              <a:t>puskesmas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Olahraga</a:t>
            </a:r>
            <a:endParaRPr lang="en-US" dirty="0"/>
          </a:p>
          <a:p>
            <a:pPr lvl="2"/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pemberian</a:t>
            </a:r>
            <a:r>
              <a:rPr lang="en-US" dirty="0"/>
              <a:t> vitamin, </a:t>
            </a:r>
            <a:r>
              <a:rPr lang="en-US" dirty="0" err="1"/>
              <a:t>vaksinasi</a:t>
            </a:r>
            <a:r>
              <a:rPr lang="en-US" dirty="0"/>
              <a:t> dan </a:t>
            </a:r>
            <a:r>
              <a:rPr lang="en-US" dirty="0" err="1"/>
              <a:t>Imunisasi</a:t>
            </a:r>
            <a:r>
              <a:rPr lang="en-US" dirty="0"/>
              <a:t> (</a:t>
            </a:r>
            <a:r>
              <a:rPr lang="en-US" dirty="0" err="1"/>
              <a:t>puskesmas</a:t>
            </a:r>
            <a:r>
              <a:rPr lang="en-US" dirty="0"/>
              <a:t>)</a:t>
            </a:r>
          </a:p>
          <a:p>
            <a:r>
              <a:rPr lang="en-US" dirty="0" err="1"/>
              <a:t>Informasi</a:t>
            </a:r>
            <a:r>
              <a:rPr lang="en-US" dirty="0"/>
              <a:t> dan </a:t>
            </a:r>
            <a:r>
              <a:rPr lang="en-US" dirty="0" err="1"/>
              <a:t>Publikasi</a:t>
            </a:r>
            <a:endParaRPr lang="en-US" dirty="0"/>
          </a:p>
          <a:p>
            <a:pPr lvl="1"/>
            <a:r>
              <a:rPr lang="en-US" dirty="0"/>
              <a:t>Artikel </a:t>
            </a:r>
            <a:r>
              <a:rPr lang="en-US" dirty="0" err="1"/>
              <a:t>pelayanan</a:t>
            </a:r>
            <a:r>
              <a:rPr lang="en-US" dirty="0"/>
              <a:t> </a:t>
            </a:r>
            <a:r>
              <a:rPr lang="en-US" dirty="0" err="1"/>
              <a:t>Lansia</a:t>
            </a:r>
            <a:endParaRPr lang="en-US" dirty="0"/>
          </a:p>
          <a:p>
            <a:pPr lvl="1"/>
            <a:r>
              <a:rPr lang="en-US" dirty="0"/>
              <a:t>Kesehatan </a:t>
            </a:r>
            <a:r>
              <a:rPr lang="en-US" dirty="0" err="1"/>
              <a:t>Keluarga</a:t>
            </a:r>
            <a:r>
              <a:rPr lang="en-US" dirty="0"/>
              <a:t>, Anak dan </a:t>
            </a:r>
            <a:r>
              <a:rPr lang="en-US" dirty="0" err="1"/>
              <a:t>Lansia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Kontak Kami</a:t>
            </a:r>
          </a:p>
          <a:p>
            <a:pPr lvl="1"/>
            <a:r>
              <a:rPr lang="en-US" dirty="0"/>
              <a:t>Alamat &amp; </a:t>
            </a:r>
            <a:r>
              <a:rPr lang="en-US" dirty="0" err="1"/>
              <a:t>No.Contact</a:t>
            </a:r>
            <a:endParaRPr lang="en-US" dirty="0"/>
          </a:p>
          <a:p>
            <a:pPr lvl="1"/>
            <a:r>
              <a:rPr lang="en-US" dirty="0"/>
              <a:t>Feedback</a:t>
            </a:r>
          </a:p>
          <a:p>
            <a:r>
              <a:rPr lang="en-US" dirty="0"/>
              <a:t>Gallery</a:t>
            </a:r>
          </a:p>
          <a:p>
            <a:pPr lvl="1"/>
            <a:r>
              <a:rPr lang="en-US" dirty="0"/>
              <a:t>Gambar </a:t>
            </a:r>
            <a:r>
              <a:rPr lang="en-US" dirty="0" err="1"/>
              <a:t>Kegiatan</a:t>
            </a:r>
            <a:endParaRPr lang="en-US" dirty="0"/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3494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158D1-F5DE-0825-8797-FC4AA8A8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DC4E-7CC7-186A-7837-7AA47044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Coatesville.id/</a:t>
            </a:r>
            <a:r>
              <a:rPr lang="en-US" dirty="0" err="1"/>
              <a:t>PosyanduSehatCeria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4706-4CC6-A1E5-EE6F-3B4A35641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 &amp; MISI</a:t>
            </a:r>
          </a:p>
          <a:p>
            <a:pPr lvl="1"/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FFC17-5036-3DDF-7964-0375FEC85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2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7B64-914C-C106-FC2C-B0CAB6C2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AD38-BFE7-FA4B-B11E-B1276144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Coatesville.id/</a:t>
            </a:r>
            <a:r>
              <a:rPr lang="en-US" dirty="0" err="1"/>
              <a:t>PosyanduSehatCeria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F0DB-B742-14C1-5AC9-47F7CE646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 &amp; MISI</a:t>
            </a:r>
          </a:p>
          <a:p>
            <a:pPr lvl="1"/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8C5FC-2C62-E532-417F-1FC5F5585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6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87D401-476C-093D-3210-5535CA587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147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Coatesville.id</vt:lpstr>
      <vt:lpstr>Coatesville.id/PosyanduSehatCeria</vt:lpstr>
      <vt:lpstr>Coatesville.id/PosyanduSehatCeria</vt:lpstr>
      <vt:lpstr>Coatesville.id/PosyanduSehatCeria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Yudhi Yudhi</dc:creator>
  <cp:lastModifiedBy>Yudhi Yudhi</cp:lastModifiedBy>
  <cp:revision>7</cp:revision>
  <dcterms:created xsi:type="dcterms:W3CDTF">2026-05-05T01:46:58Z</dcterms:created>
  <dcterms:modified xsi:type="dcterms:W3CDTF">2026-05-06T05:27:01Z</dcterms:modified>
</cp:coreProperties>
</file>